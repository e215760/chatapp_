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c309e7b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c309e7b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6c309e7b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6c309e7b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c309e7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c309e7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6c309e7b7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6c309e7b7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6c309e7b7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6c309e7b7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c309e7b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c309e7b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c309e7b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c309e7b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c309e7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c309e7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c309e7b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c309e7b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c309e7b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c309e7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6c309e7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6c309e7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質問アプリの要件定義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グループ1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山里 拓夢, 志田晃一, 有銘真之助, HYUN JUWON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目的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メインテーマ: 講義中に質問を活発に行えるようになるアプリ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学生にとって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ja" sz="1500">
                <a:solidFill>
                  <a:schemeClr val="dk1"/>
                </a:solidFill>
              </a:rPr>
              <a:t>質問の心理的ハードルを下げる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ja" sz="1500">
                <a:solidFill>
                  <a:schemeClr val="dk1"/>
                </a:solidFill>
              </a:rPr>
              <a:t>疑</a:t>
            </a:r>
            <a:r>
              <a:rPr lang="ja" sz="1500">
                <a:solidFill>
                  <a:schemeClr val="dk1"/>
                </a:solidFill>
              </a:rPr>
              <a:t>問</a:t>
            </a:r>
            <a:r>
              <a:rPr lang="ja" sz="1500">
                <a:solidFill>
                  <a:schemeClr val="dk1"/>
                </a:solidFill>
              </a:rPr>
              <a:t>を忘れる前に記録できる（講義中にすぐ投稿できる）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ja" sz="1500">
                <a:solidFill>
                  <a:schemeClr val="dk1"/>
                </a:solidFill>
              </a:rPr>
              <a:t>復習時に他者の質問も学習資源として使える（質問ログが残る）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目的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教員にとって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ja" sz="1500">
                <a:solidFill>
                  <a:schemeClr val="dk1"/>
                </a:solidFill>
              </a:rPr>
              <a:t>講義中に理解度の“見える化”をする（質問の量・内容で詰まりを検知）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ja" sz="1500">
                <a:solidFill>
                  <a:schemeClr val="dk1"/>
                </a:solidFill>
              </a:rPr>
              <a:t>多人数授業でも質問を集約できる（チャンネル単位で整理）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ja" sz="1500">
                <a:solidFill>
                  <a:schemeClr val="dk1"/>
                </a:solidFill>
              </a:rPr>
              <a:t>回答が伝わったかを確認できる（納得マーク／完了マーク）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chemeClr val="dk1"/>
                </a:solidFill>
              </a:rPr>
              <a:t>授業全体にとって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ja" sz="1500">
                <a:solidFill>
                  <a:schemeClr val="dk1"/>
                </a:solidFill>
              </a:rPr>
              <a:t>講義中の双方向性を高め、学習効果を上げる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ja" sz="1500">
                <a:solidFill>
                  <a:schemeClr val="dk1"/>
                </a:solidFill>
              </a:rPr>
              <a:t>講義のQ&amp;Aを資産化して次回以降の改善につなげる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アプリに求められる機能(全体)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ja"/>
              <a:t>授業（ルーム/チャンネル）という単位の管理（授業ごとに分ける）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ja"/>
              <a:t>学生の参加導線（授業コード/QRで入室/大学アカウントでログイン）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ja"/>
              <a:t>権限管理（学生・教員・TAなど）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ja"/>
              <a:t>新しい投稿がされた場合の通知機能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ja"/>
              <a:t>文字サイズ変更などのアクセシビリティ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アプリに求められる機能(学生側)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311700" y="1128675"/>
            <a:ext cx="8520600" cy="3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質問の投稿・管理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2"/>
                </a:solidFill>
              </a:rPr>
              <a:t>質問投稿（テキスト）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chemeClr val="dk2"/>
                </a:solidFill>
              </a:rPr>
              <a:t>質問テンプレ</a:t>
            </a:r>
            <a:r>
              <a:rPr lang="ja" sz="1200">
                <a:solidFill>
                  <a:schemeClr val="dk2"/>
                </a:solidFill>
              </a:rPr>
              <a:t>（入力補助）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200">
                <a:solidFill>
                  <a:schemeClr val="dk2"/>
                </a:solidFill>
              </a:rPr>
              <a:t>匿名投稿</a:t>
            </a:r>
            <a:r>
              <a:rPr lang="ja" sz="1200">
                <a:solidFill>
                  <a:schemeClr val="dk2"/>
                </a:solidFill>
              </a:rPr>
              <a:t>の選択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投稿の編集／削除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強調表示（太字、箇条書き、コード等：Markdown記法など）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画像添付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>
                <a:solidFill>
                  <a:schemeClr val="dk2"/>
                </a:solidFill>
              </a:rPr>
              <a:t>質問の閲覧・探索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履歴閲覧（新着／人気）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検索（キーワード）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2"/>
                </a:solidFill>
              </a:rPr>
              <a:t>チャンネル内での絞り込み（自分かいいねした投稿のみ等）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アプリに求められる機能(学生側)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/>
              <a:t>リアクション・状態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いいね／共感（同じ疑問の集約）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納得マーク（完了マーク）＝自分の疑問が解決した印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通知（自分の質問が拾われた／回答済みになった等）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ja" sz="1200"/>
              <a:t>安心・安全(あれば安心)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通報（荒らし・誹謗中傷など）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ブロック（見たくないユーザー非表示：必要なら）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アプリに求められる機能(</a:t>
            </a:r>
            <a:r>
              <a:rPr lang="ja"/>
              <a:t>教師</a:t>
            </a:r>
            <a:r>
              <a:rPr lang="ja"/>
              <a:t>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46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ja"/>
              <a:t>講義運用（リアルタイム）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授業ルーム作成／終了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投稿の絞り込み, 並び替え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状態管理（未回答／回答済み／あとで回答）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対面講義向け：口頭で答えた質問を「あとで回答」にするワンクリック記録, もしくはAIによる音声要約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ja"/>
              <a:t>モデレーション（荒らし対策, あれば安心）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投稿の非表示／削除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投稿者の制限（一定時間投稿禁止、退出など）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通報一覧の確認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学生の身元確認（教員だけが参照可能：擬似匿名の核）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レート制限（短時間大量投稿を抑止）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アプリに求められる機能(教師)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46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ja"/>
              <a:t>授業改善・振り返り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質問ログ閲覧（講義後）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ログ出力（CSV等）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よくある質問の固定表示（FAQ化）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 匿名性の設計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学生画面では匿名表示（質問者名は “匿名” もしくは “学生A”）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教員画面では追跡可能（学籍ID等が裏で紐づく＝荒らし対応）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公開されるのは「匿名」、運用者だけが本人特定できる 擬似匿名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→ 学生の心理的障壁を下げつつ、教員が荒らしに対応できる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ユーザーストーリー(学生)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ja" sz="1700"/>
              <a:t>講義中に疑問が生まれたらすぐ質問を投稿したい。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ja" sz="1500"/>
              <a:t>後で忘れてしまうから。</a:t>
            </a:r>
            <a:endParaRPr sz="15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ja" sz="1700"/>
              <a:t>質問は匿名で投稿できるようにしたい。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ja" sz="1500"/>
              <a:t>人前で間違いを晒すのが怖いから。</a:t>
            </a:r>
            <a:endParaRPr sz="15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ja" sz="1700"/>
              <a:t>同じ疑問が既にあるか検索して重複投稿を避けたい。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ja" sz="1500"/>
              <a:t>一覧が荒れない方が学びやすいから。</a:t>
            </a:r>
            <a:endParaRPr sz="15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ja" sz="1700"/>
              <a:t>他の人の質問に**共感（いいね）**したい。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ja" sz="1500"/>
              <a:t>教員に優先して拾ってほしいから。</a:t>
            </a:r>
            <a:endParaRPr sz="15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ja" sz="1700"/>
              <a:t>回答に納得したら完了マークを付けたい。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ja" sz="1500"/>
              <a:t>教員に解決したことを伝えたいから。</a:t>
            </a:r>
            <a:endParaRPr sz="15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ja" sz="1700"/>
              <a:t>不適切な投稿を見つけたら通報したい。</a:t>
            </a:r>
            <a:endParaRPr sz="17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ja" sz="1500"/>
              <a:t>安心して使いたいから。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ユーザーストーリー(教師)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29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講義中に学生の疑問を一覧で把握したい。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理解度を確認しながら進めたいから。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質問をいいね順／未回答順で並べ替えたい。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限られた時間で優先順位を付けたいから。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匿名投稿でも必要時には投稿者を追跡できるようにしたい。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悪質なケースに対処したいから。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ja"/>
              <a:t>講義後に質問ログを振り返って授業改善に使いたい。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ja"/>
              <a:t>次回の説明を改善できるから。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スコープ（前提・対象）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対象シーン</a:t>
            </a:r>
            <a:r>
              <a:rPr lang="ja"/>
              <a:t>：**大学の講義中（対面）**に、学生が質問を投稿し、教員が拾って回答できる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対象ユーザー</a:t>
            </a:r>
            <a:r>
              <a:rPr lang="ja"/>
              <a:t>：学生／教員（＋必要ならTA）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1講義 = 1チャンネル（ルーム）を基本単位（授業コード/QRで参加）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/>
              <a:t>匿名性方針</a:t>
            </a:r>
            <a:r>
              <a:rPr lang="ja"/>
              <a:t>：**学生間は匿名表示OK、ただし教員側は追跡可能（荒らし対策）**を基本にする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